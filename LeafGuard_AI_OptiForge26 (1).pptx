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OptiForge’26  |  AI &amp; Machine Learning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OPTIFORGE’26  •  AI HACKATHON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LeafGuard AI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4028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A9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crop disease detection from a phone photo, using a lightweight deep learning model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42900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Theme: AI &amp; Machine Learning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[Team Name]  |  Members: [Names]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Vardhaman College of Engineering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Shamshabad  |  30 Sep 2026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411480"/>
            <a:ext cx="2057400" cy="41148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172200" y="455371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9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app mockup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OptiForge’26  |  AI &amp; Machine Learning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13816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058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farmers lose crops because diseases are spotted too late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2560320" cy="2697480"/>
          </a:xfrm>
          <a:prstGeom prst="roundRect">
            <a:avLst>
              <a:gd name="adj" fmla="val 2857"/>
            </a:avLst>
          </a:prstGeom>
          <a:solidFill>
            <a:srgbClr val="151E45"/>
          </a:solidFill>
          <a:ln w="12700">
            <a:solidFill>
              <a:srgbClr val="151E4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28800"/>
            <a:ext cx="502920" cy="5029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31520" y="2468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diagnosis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292608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Symptoms are noticed only after the disease has spread across the field.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291840" y="1645920"/>
            <a:ext cx="2560320" cy="2697480"/>
          </a:xfrm>
          <a:prstGeom prst="roundRect">
            <a:avLst>
              <a:gd name="adj" fmla="val 2857"/>
            </a:avLst>
          </a:prstGeom>
          <a:solidFill>
            <a:srgbClr val="151E45"/>
          </a:solidFill>
          <a:ln w="12700">
            <a:solidFill>
              <a:srgbClr val="151E45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82880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474720" y="2468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expert access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3474720" y="292608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Agri-experts are far away, costly or busy. Farmers rely on guesswork or shop advice.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035040" y="1645920"/>
            <a:ext cx="2560320" cy="2697480"/>
          </a:xfrm>
          <a:prstGeom prst="roundRect">
            <a:avLst>
              <a:gd name="adj" fmla="val 2857"/>
            </a:avLst>
          </a:prstGeom>
          <a:solidFill>
            <a:srgbClr val="151E45"/>
          </a:solidFill>
          <a:ln w="12700">
            <a:solidFill>
              <a:srgbClr val="151E45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828800"/>
            <a:ext cx="502920" cy="5029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217920" y="2468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treatment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6217920" y="292608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 or excess pesticide raises cost, harms soil and cuts yield.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Solution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OptiForge’26  |  AI &amp; Machine Learning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13816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8046720" cy="1417320"/>
          </a:xfrm>
          <a:prstGeom prst="roundRect">
            <a:avLst>
              <a:gd name="adj" fmla="val 5161"/>
            </a:avLst>
          </a:prstGeom>
          <a:solidFill>
            <a:srgbClr val="151E45"/>
          </a:solidFill>
          <a:ln w="12700">
            <a:solidFill>
              <a:srgbClr val="151E4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280160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34440" y="1280160"/>
            <a:ext cx="7178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17830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 accurate, lightweight ML model that identifies crop leaf diseases from a smartphone photo, works with low connectivity, and gives farmers clear treatment advice in their own language.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2743200"/>
            <a:ext cx="8046720" cy="1783080"/>
          </a:xfrm>
          <a:prstGeom prst="roundRect">
            <a:avLst>
              <a:gd name="adj" fmla="val 4103"/>
            </a:avLst>
          </a:prstGeom>
          <a:solidFill>
            <a:srgbClr val="151E45"/>
          </a:solidFill>
          <a:ln w="12700">
            <a:solidFill>
              <a:srgbClr val="151E45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88036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34440" y="2880360"/>
            <a:ext cx="7178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solution: LeafGuard AI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731520" y="338328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Farmer clicks a leaf photo in the app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 compressed CNN predicts the disease with a confidence score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App shows treatment and prevention steps in English / Telugu / Hindi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Runs on-device, so it works even without internet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OptiForge’26  |  AI &amp; Machine Learning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13816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463040" cy="2286000"/>
          </a:xfrm>
          <a:prstGeom prst="roundRect">
            <a:avLst>
              <a:gd name="adj" fmla="val 5000"/>
            </a:avLst>
          </a:prstGeom>
          <a:solidFill>
            <a:srgbClr val="151E45"/>
          </a:solidFill>
          <a:ln w="12700">
            <a:solidFill>
              <a:srgbClr val="151E4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37360"/>
            <a:ext cx="548640" cy="5486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24231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83464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photo from phone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194560" y="1554480"/>
            <a:ext cx="1463040" cy="2286000"/>
          </a:xfrm>
          <a:prstGeom prst="roundRect">
            <a:avLst>
              <a:gd name="adj" fmla="val 5000"/>
            </a:avLst>
          </a:prstGeom>
          <a:solidFill>
            <a:srgbClr val="151E45"/>
          </a:solidFill>
          <a:ln w="12700">
            <a:solidFill>
              <a:srgbClr val="151E45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1720" y="1737360"/>
            <a:ext cx="548640" cy="5486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331720" y="24231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2331720" y="283464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Resize, normalise, augment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3840480" y="1554480"/>
            <a:ext cx="1463040" cy="2286000"/>
          </a:xfrm>
          <a:prstGeom prst="roundRect">
            <a:avLst>
              <a:gd name="adj" fmla="val 5000"/>
            </a:avLst>
          </a:prstGeom>
          <a:solidFill>
            <a:srgbClr val="151E45"/>
          </a:solidFill>
          <a:ln w="12700">
            <a:solidFill>
              <a:srgbClr val="151E45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1737360"/>
            <a:ext cx="548640" cy="54864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977640" y="24231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3977640" y="283464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MobileNetV3 CNN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5486400" y="1554480"/>
            <a:ext cx="1463040" cy="2286000"/>
          </a:xfrm>
          <a:prstGeom prst="roundRect">
            <a:avLst>
              <a:gd name="adj" fmla="val 5000"/>
            </a:avLst>
          </a:prstGeom>
          <a:solidFill>
            <a:srgbClr val="151E45"/>
          </a:solidFill>
          <a:ln w="12700">
            <a:solidFill>
              <a:srgbClr val="151E45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3560" y="1737360"/>
            <a:ext cx="548640" cy="54864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5623560" y="24231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5623560" y="283464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highlights infected area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7132320" y="1554480"/>
            <a:ext cx="1463040" cy="2286000"/>
          </a:xfrm>
          <a:prstGeom prst="roundRect">
            <a:avLst>
              <a:gd name="adj" fmla="val 5000"/>
            </a:avLst>
          </a:prstGeom>
          <a:solidFill>
            <a:srgbClr val="151E45"/>
          </a:solidFill>
          <a:ln w="12700">
            <a:solidFill>
              <a:srgbClr val="151E45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9480" y="1737360"/>
            <a:ext cx="548640" cy="54864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7269480" y="24231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Advise</a:t>
            </a:r>
            <a:endParaRPr lang="en-US" sz="1600" dirty="0"/>
          </a:p>
        </p:txBody>
      </p:sp>
      <p:sp>
        <p:nvSpPr>
          <p:cNvPr id="24" name="Text 17"/>
          <p:cNvSpPr txBox="1"/>
          <p:nvPr/>
        </p:nvSpPr>
        <p:spPr>
          <a:xfrm>
            <a:off x="7269480" y="283464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in local language</a:t>
            </a:r>
            <a:endParaRPr lang="en-US" sz="1200" dirty="0"/>
          </a:p>
        </p:txBody>
      </p:sp>
      <p:sp>
        <p:nvSpPr>
          <p:cNvPr id="25" name="Text 18"/>
          <p:cNvSpPr txBox="1"/>
          <p:nvPr/>
        </p:nvSpPr>
        <p:spPr>
          <a:xfrm>
            <a:off x="548640" y="40690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photo  →  Prediction + confidence + visual explanation + advice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Approach &amp; Algorithm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OptiForge’26  |  AI &amp; Machine Learning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13816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3931920" cy="3200400"/>
          </a:xfrm>
          <a:prstGeom prst="roundRect">
            <a:avLst>
              <a:gd name="adj" fmla="val 2286"/>
            </a:avLst>
          </a:prstGeom>
          <a:solidFill>
            <a:srgbClr val="151E45"/>
          </a:solidFill>
          <a:ln w="12700">
            <a:solidFill>
              <a:srgbClr val="151E4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280160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34440" y="12801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design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1783080"/>
            <a:ext cx="35661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Transfer learning: MobileNetV3 pre-trained on ImageNet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Fine-tune on PlantVillage (about 54,000 leaf images, 38 classes)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Augmentation: rotation, flip, brightness for field conditions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Quantise to TensorFlow Lite for on-device speed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663440" y="1143000"/>
            <a:ext cx="3931920" cy="3200400"/>
          </a:xfrm>
          <a:prstGeom prst="roundRect">
            <a:avLst>
              <a:gd name="adj" fmla="val 2286"/>
            </a:avLst>
          </a:prstGeom>
          <a:solidFill>
            <a:srgbClr val="151E45"/>
          </a:solidFill>
          <a:ln w="12700">
            <a:solidFill>
              <a:srgbClr val="151E45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28016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349240" y="12801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&amp; evaluation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4846320" y="1783080"/>
            <a:ext cx="35661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Adam optimiser, cross-entropy loss, early stopping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70 / 15 / 15 train, validation, test split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Metrics: accuracy, precision, recall, F1, confusion matrix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Grad-CAM shows why the model decided, building farmer trust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&amp; Impact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OptiForge’26  |  AI &amp; Machine Learning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13816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3931920" cy="3200400"/>
          </a:xfrm>
          <a:prstGeom prst="roundRect">
            <a:avLst>
              <a:gd name="adj" fmla="val 2286"/>
            </a:avLst>
          </a:prstGeom>
          <a:solidFill>
            <a:srgbClr val="151E45"/>
          </a:solidFill>
          <a:ln w="12700">
            <a:solidFill>
              <a:srgbClr val="151E4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280160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34440" y="12801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1783080"/>
            <a:ext cx="35661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Python, TensorFlow / Keras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TensorFlow Lite for mobile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Streamlit or Flutter front end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OpenCV for preprocessing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Google Colab for training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663440" y="1143000"/>
            <a:ext cx="3931920" cy="3200400"/>
          </a:xfrm>
          <a:prstGeom prst="roundRect">
            <a:avLst>
              <a:gd name="adj" fmla="val 2286"/>
            </a:avLst>
          </a:prstGeom>
          <a:solidFill>
            <a:srgbClr val="151E45"/>
          </a:solidFill>
          <a:ln w="12700">
            <a:solidFill>
              <a:srgbClr val="151E45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28016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349240" y="12801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4846320" y="1783080"/>
            <a:ext cx="35661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Earlier detection means less crop loss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Right treatment lowers pesticide cost and soil damage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Free, offline and multilingual, so any farmer can use it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Scales to more crops by adding data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 &amp; Conclusion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OptiForge’26  |  AI &amp; Machine Learning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13816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8046720" cy="1737360"/>
          </a:xfrm>
          <a:prstGeom prst="roundRect">
            <a:avLst>
              <a:gd name="adj" fmla="val 4211"/>
            </a:avLst>
          </a:prstGeom>
          <a:solidFill>
            <a:srgbClr val="151E45"/>
          </a:solidFill>
          <a:ln w="12700">
            <a:solidFill>
              <a:srgbClr val="151E4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280160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34440" y="1280160"/>
            <a:ext cx="7178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1783080"/>
            <a:ext cx="7680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Train on real field photos from Telangana crops (cotton, rice, chilli)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Add pest detection and a voice assistant in Telugu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Add weather-based outbreak alerts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46120"/>
            <a:ext cx="548640" cy="54864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80160" y="32461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LeafGuard AI puts an expert crop doctor in every farmer’s pocket.</a:t>
            </a:r>
            <a:endParaRPr lang="en-US" sz="22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40233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|  Questions?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2026-09-29T15:29:11Z</dcterms:created>
  <dcterms:modified xsi:type="dcterms:W3CDTF">2026-09-29T15:29:11Z</dcterms:modified>
</cp:coreProperties>
</file>